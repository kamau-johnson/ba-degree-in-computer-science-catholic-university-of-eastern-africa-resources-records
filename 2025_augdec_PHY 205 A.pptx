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6858000" cy="9144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2688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2655314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1.jpg" descr="tinywow_to_ppt_7358122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2.jpg" descr="tinywow_to_ppt_73581229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3.jpg" descr="tinywow_to_ppt_73581229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4.jpg" descr="tinywow_to_ppt_73581229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5.jpg" descr="tinywow_to_ppt_73581229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6.jpg" descr="tinywow_to_ppt_73581229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7.jpg" descr="tinywow_to_ppt_73581229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8.jpg" descr="tinywow_to_ppt_73581229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8877300"/>
          <a:chOff x="0" y="0"/>
          <a:chExt cx="6858000" cy="8877300"/>
        </a:xfrm>
      </p:grpSpPr>
      <p:pic>
        <p:nvPicPr>
          <p:cNvPr id="2" name="tinywow_to_ppt_73581229_9.jpg" descr="tinywow_to_ppt_73581229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877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5">
  <a:themeElements>
    <a:clrScheme name="Theme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Theme95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creator>Unknown Creator</dc:creator>
  <cp:lastModifiedBy>UPPER LAB ADMIN</cp:lastModifiedBy>
  <cp:revision>2</cp:revision>
  <dcterms:created xsi:type="dcterms:W3CDTF">2025-01-22T09:07:54Z</dcterms:created>
  <dcterms:modified xsi:type="dcterms:W3CDTF">2025-09-15T05:46:54Z</dcterms:modified>
</cp:coreProperties>
</file>